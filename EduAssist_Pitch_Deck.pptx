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3360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2560320"/>
            <a:ext cx="2286000" cy="2286000"/>
          </a:xfrm>
          <a:prstGeom prst="ellipse">
            <a:avLst/>
          </a:prstGeom>
          <a:ln w="12700">
            <a:solidFill>
              <a:srgbClr val="C899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2560320" cy="274320"/>
          </a:xfrm>
          <a:prstGeom prst="rect">
            <a:avLst/>
          </a:prstGeom>
          <a:solidFill>
            <a:srgbClr val="C899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PROFESSIONAL SUPPORT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EduAssist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web-based platform providing academic, career,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digital support services to students and professionals worldwide.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9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99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F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&amp; professionals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F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 better support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51760" cy="274320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overload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meet deadlines and quality standards without reliable guidance.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2651760" cy="274320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gaps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29260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graduates lack professional CVs and job-search skills to compete in the market.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651760" cy="274320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29260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digital services are hard to find for students and small professionals.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All the support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need.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EduAssist connects students and professionals with expert help in academic work,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development, and digital services — fast, affordable, globally accessible.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920240" cy="2011680"/>
          </a:xfrm>
          <a:prstGeom prst="rect">
            <a:avLst>
              <a:gd name="adj" fmla="val 4762"/>
            </a:avLst>
          </a:prstGeom>
          <a:solidFill>
            <a:srgbClr val="1A336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907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7033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Essays, research,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dissertations, tutoring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2788920"/>
            <a:ext cx="1920240" cy="2011680"/>
          </a:xfrm>
          <a:prstGeom prst="rect">
            <a:avLst>
              <a:gd name="adj" fmla="val 4762"/>
            </a:avLst>
          </a:prstGeom>
          <a:solidFill>
            <a:srgbClr val="1A336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9192" y="2907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51760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37033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CVs, cover letters,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interview prep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2788920"/>
            <a:ext cx="1920240" cy="2011680"/>
          </a:xfrm>
          <a:prstGeom prst="rect">
            <a:avLst>
              <a:gd name="adj" fmla="val 4762"/>
            </a:avLst>
          </a:prstGeom>
          <a:solidFill>
            <a:srgbClr val="1A336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2907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36592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36592" y="37033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design,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content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11696" y="2788920"/>
            <a:ext cx="1920240" cy="2011680"/>
          </a:xfrm>
          <a:prstGeom prst="rect">
            <a:avLst>
              <a:gd name="adj" fmla="val 4762"/>
            </a:avLst>
          </a:prstGeom>
          <a:solidFill>
            <a:srgbClr val="1A336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2907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21424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reliable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21424" y="37033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24hr response,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pricing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deliver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88920" cy="411480"/>
          </a:xfrm>
          <a:prstGeom prst="rect">
            <a:avLst>
              <a:gd name="adj" fmla="val 17778"/>
            </a:avLst>
          </a:prstGeom>
          <a:solidFill>
            <a:srgbClr val="E6F1F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35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057400"/>
            <a:ext cx="109728" cy="10972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65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Essays &amp; Reports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514600"/>
            <a:ext cx="109728" cy="10972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971800"/>
            <a:ext cx="109728" cy="10972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Dissertations &amp; Theses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429000"/>
            <a:ext cx="109728" cy="10972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337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Coursework &amp; Assignments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886200"/>
            <a:ext cx="109728" cy="10972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94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Proofreading &amp; Editing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4343400"/>
            <a:ext cx="109728" cy="10972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251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Tutoring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1417320"/>
            <a:ext cx="2788920" cy="411480"/>
          </a:xfrm>
          <a:prstGeom prst="rect">
            <a:avLst>
              <a:gd name="adj" fmla="val 17778"/>
            </a:avLst>
          </a:prstGeom>
          <a:solidFill>
            <a:srgbClr val="E8F5EE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1435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Development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2057400"/>
            <a:ext cx="109728" cy="109728"/>
          </a:xfrm>
          <a:prstGeom prst="ellipse">
            <a:avLst/>
          </a:prstGeom>
          <a:solidFill>
            <a:srgbClr val="1A6B45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1965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&amp; Resume Writing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2514600"/>
            <a:ext cx="109728" cy="109728"/>
          </a:xfrm>
          <a:prstGeom prst="ellipse">
            <a:avLst/>
          </a:prstGeom>
          <a:solidFill>
            <a:srgbClr val="1A6B45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Writing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2971800"/>
            <a:ext cx="109728" cy="109728"/>
          </a:xfrm>
          <a:prstGeom prst="ellipse">
            <a:avLst/>
          </a:prstGeom>
          <a:solidFill>
            <a:srgbClr val="1A6B45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Optimization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3429000"/>
            <a:ext cx="109728" cy="109728"/>
          </a:xfrm>
          <a:prstGeom prst="ellipse">
            <a:avLst/>
          </a:prstGeom>
          <a:solidFill>
            <a:srgbClr val="1A6B45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3337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83280" y="3886200"/>
            <a:ext cx="109728" cy="109728"/>
          </a:xfrm>
          <a:prstGeom prst="ellipse">
            <a:avLst/>
          </a:prstGeom>
          <a:solidFill>
            <a:srgbClr val="1A6B45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794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Strategy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83280" y="4343400"/>
            <a:ext cx="109728" cy="109728"/>
          </a:xfrm>
          <a:prstGeom prst="ellipse">
            <a:avLst/>
          </a:prstGeom>
          <a:solidFill>
            <a:srgbClr val="1A6B45"/>
          </a:solidFill>
          <a:ln/>
        </p:spPr>
      </p:sp>
      <p:sp>
        <p:nvSpPr>
          <p:cNvPr id="33" name="Text 31"/>
          <p:cNvSpPr/>
          <p:nvPr/>
        </p:nvSpPr>
        <p:spPr>
          <a:xfrm>
            <a:off x="3566160" y="4251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Bio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1417320"/>
            <a:ext cx="2788920" cy="411480"/>
          </a:xfrm>
          <a:prstGeom prst="rect">
            <a:avLst>
              <a:gd name="adj" fmla="val 17778"/>
            </a:avLst>
          </a:prstGeom>
          <a:solidFill>
            <a:srgbClr val="FAEED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1435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Services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2057400"/>
            <a:ext cx="109728" cy="109728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1965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Creation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55080" y="2514600"/>
            <a:ext cx="109728" cy="109728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Content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55080" y="2971800"/>
            <a:ext cx="109728" cy="109728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Design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55080" y="3429000"/>
            <a:ext cx="109728" cy="109728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43" name="Text 41"/>
          <p:cNvSpPr/>
          <p:nvPr/>
        </p:nvSpPr>
        <p:spPr>
          <a:xfrm>
            <a:off x="6537960" y="3337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55080" y="3886200"/>
            <a:ext cx="109728" cy="109728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0" y="3794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Assistant Tasks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55080" y="4343400"/>
            <a:ext cx="109728" cy="109728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47" name="Text 45"/>
          <p:cNvSpPr/>
          <p:nvPr/>
        </p:nvSpPr>
        <p:spPr>
          <a:xfrm>
            <a:off x="6537960" y="4251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serve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1417320"/>
          </a:xfrm>
          <a:prstGeom prst="rect">
            <a:avLst>
              <a:gd name="adj" fmla="val 6452"/>
            </a:avLst>
          </a:prstGeom>
          <a:solidFill>
            <a:srgbClr val="F4F2EE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013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8013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O-Level &amp; A-Level students needing assignment help and exam preparation.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4023360" cy="1417320"/>
          </a:xfrm>
          <a:prstGeom prst="rect">
            <a:avLst>
              <a:gd name="adj" fmla="val 6452"/>
            </a:avLst>
          </a:prstGeom>
          <a:solidFill>
            <a:srgbClr val="F9F6F0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8013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18013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21945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students needing coursework, research, and project support.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4023360" cy="1417320"/>
          </a:xfrm>
          <a:prstGeom prst="rect">
            <a:avLst>
              <a:gd name="adj" fmla="val 6452"/>
            </a:avLst>
          </a:prstGeom>
          <a:solidFill>
            <a:srgbClr val="F4F2EE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47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34472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Postgraduate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8404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&amp; PhD students with dissertations and advanced research needs.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337560"/>
            <a:ext cx="4023360" cy="1417320"/>
          </a:xfrm>
          <a:prstGeom prst="rect">
            <a:avLst>
              <a:gd name="adj" fmla="val 6452"/>
            </a:avLst>
          </a:prstGeom>
          <a:solidFill>
            <a:srgbClr val="F9F6F0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447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77840" y="34472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38404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adults seeking career documents and digital presence building.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874520" cy="3017520"/>
          </a:xfrm>
          <a:prstGeom prst="rect">
            <a:avLst>
              <a:gd name="adj" fmla="val 4878"/>
            </a:avLst>
          </a:prstGeom>
          <a:solidFill>
            <a:srgbClr val="1A336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594360" cy="594360"/>
          </a:xfrm>
          <a:prstGeom prst="ellipse">
            <a:avLst/>
          </a:prstGeom>
          <a:solidFill>
            <a:srgbClr val="C899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2606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" y="3090672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or email with task details and deadline.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737360"/>
            <a:ext cx="1874520" cy="3017520"/>
          </a:xfrm>
          <a:prstGeom prst="rect">
            <a:avLst>
              <a:gd name="adj" fmla="val 4878"/>
            </a:avLst>
          </a:prstGeom>
          <a:solidFill>
            <a:srgbClr val="1A336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874520"/>
            <a:ext cx="594360" cy="594360"/>
          </a:xfrm>
          <a:prstGeom prst="ellipse">
            <a:avLst/>
          </a:prstGeom>
          <a:solidFill>
            <a:srgbClr val="C8993A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70048" y="2606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quote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0048" y="3090672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clear, affordable price within hours.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737360"/>
            <a:ext cx="1874520" cy="3017520"/>
          </a:xfrm>
          <a:prstGeom prst="rect">
            <a:avLst>
              <a:gd name="adj" fmla="val 4878"/>
            </a:avLst>
          </a:prstGeom>
          <a:solidFill>
            <a:srgbClr val="1A336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874520"/>
            <a:ext cx="594360" cy="594360"/>
          </a:xfrm>
          <a:prstGeom prst="ellipse">
            <a:avLst/>
          </a:prstGeom>
          <a:solidFill>
            <a:srgbClr val="C8993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27448" y="2606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27448" y="3090672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complete work to agreed standard &amp; deadline.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1737360"/>
            <a:ext cx="1874520" cy="3017520"/>
          </a:xfrm>
          <a:prstGeom prst="rect">
            <a:avLst>
              <a:gd name="adj" fmla="val 4878"/>
            </a:avLst>
          </a:prstGeom>
          <a:solidFill>
            <a:srgbClr val="1A3360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1874520"/>
            <a:ext cx="594360" cy="594360"/>
          </a:xfrm>
          <a:prstGeom prst="ellipse">
            <a:avLst/>
          </a:prstGeom>
          <a:solidFill>
            <a:srgbClr val="C8993A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84848" y="2606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revise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84848" y="3090672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revisions until fully satisfied.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99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&amp; pricing strategy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97480" cy="3337560"/>
          </a:xfrm>
          <a:prstGeom prst="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A098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697480" cy="502920"/>
          </a:xfrm>
          <a:prstGeom prst="rect">
            <a:avLst>
              <a:gd name="adj" fmla="val 21818"/>
            </a:avLst>
          </a:prstGeom>
          <a:solidFill>
            <a:srgbClr val="A09888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737360"/>
            <a:ext cx="2697480" cy="228600"/>
          </a:xfrm>
          <a:prstGeom prst="rect">
            <a:avLst/>
          </a:prstGeom>
          <a:solidFill>
            <a:srgbClr val="A098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904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$10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essays · Simple tasks · Proofreading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697480" cy="3337560"/>
          </a:xfrm>
          <a:prstGeom prst="rect">
            <a:avLst>
              <a:gd name="adj" fmla="val 4068"/>
            </a:avLst>
          </a:prstGeom>
          <a:solidFill>
            <a:srgbClr val="FFFFFF"/>
          </a:solidFill>
          <a:ln w="25400">
            <a:solidFill>
              <a:srgbClr val="0F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463040"/>
            <a:ext cx="2697480" cy="502920"/>
          </a:xfrm>
          <a:prstGeom prst="rect">
            <a:avLst>
              <a:gd name="adj" fmla="val 21818"/>
            </a:avLst>
          </a:prstGeom>
          <a:solidFill>
            <a:srgbClr val="0F2040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737360"/>
            <a:ext cx="2697480" cy="2286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4904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20299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$25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42900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30175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· CV writing · Social content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463040"/>
            <a:ext cx="2697480" cy="3337560"/>
          </a:xfrm>
          <a:prstGeom prst="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899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463040"/>
            <a:ext cx="2697480" cy="502920"/>
          </a:xfrm>
          <a:prstGeom prst="rect">
            <a:avLst>
              <a:gd name="adj" fmla="val 21818"/>
            </a:avLst>
          </a:prstGeom>
          <a:solidFill>
            <a:srgbClr val="C8993A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1737360"/>
            <a:ext cx="2697480" cy="228600"/>
          </a:xfrm>
          <a:prstGeom prst="rect">
            <a:avLst/>
          </a:prstGeom>
          <a:solidFill>
            <a:srgbClr val="C8993A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14904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20299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$60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35508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task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30175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Dissertations · Websites · Interview coaching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aim to achieve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74320" cy="274320"/>
          </a:xfrm>
          <a:prstGeom prst="ellipse">
            <a:avLst/>
          </a:prstGeom>
          <a:solidFill>
            <a:srgbClr val="C8993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deploy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965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professional, globally accessible web-based support platform.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691640"/>
            <a:ext cx="274320" cy="274320"/>
          </a:xfrm>
          <a:prstGeom prst="ellipse">
            <a:avLst/>
          </a:prstGeom>
          <a:solidFill>
            <a:srgbClr val="C8993A"/>
          </a:solidFill>
          <a:ln/>
        </p:spPr>
      </p:sp>
      <p:sp>
        <p:nvSpPr>
          <p:cNvPr id="10" name="Text 8"/>
          <p:cNvSpPr/>
          <p:nvPr/>
        </p:nvSpPr>
        <p:spPr>
          <a:xfrm>
            <a:off x="5230368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all levels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30368" y="1965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high school, undergraduate, postgraduate, and professional clients.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70632"/>
            <a:ext cx="274320" cy="274320"/>
          </a:xfrm>
          <a:prstGeom prst="ellipse">
            <a:avLst/>
          </a:prstGeom>
          <a:solidFill>
            <a:srgbClr val="C8993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724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sustainably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304495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flexible system that grows into a multi-service digital agency.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770632"/>
            <a:ext cx="274320" cy="274320"/>
          </a:xfrm>
          <a:prstGeom prst="ellipse">
            <a:avLst/>
          </a:prstGeom>
          <a:solidFill>
            <a:srgbClr val="C8993A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2724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communication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30368" y="304495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simple, fast client contact through WhatsApp and email.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49624"/>
            <a:ext cx="274320" cy="274320"/>
          </a:xfrm>
          <a:prstGeom prst="ellipse">
            <a:avLst/>
          </a:prstGeom>
          <a:solidFill>
            <a:srgbClr val="C8993A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38039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income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412394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reliable, sustainable revenue stream through service delivery.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3849624"/>
            <a:ext cx="274320" cy="274320"/>
          </a:xfrm>
          <a:prstGeom prst="ellipse">
            <a:avLst/>
          </a:prstGeom>
          <a:solidFill>
            <a:srgbClr val="C8993A"/>
          </a:solidFill>
          <a:ln/>
        </p:spPr>
      </p:sp>
      <p:sp>
        <p:nvSpPr>
          <p:cNvPr id="22" name="Text 20"/>
          <p:cNvSpPr/>
          <p:nvPr/>
        </p:nvSpPr>
        <p:spPr>
          <a:xfrm>
            <a:off x="5230368" y="38039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affordable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0368" y="412394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fast, quality support at pricing accessible to students and professionals.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336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ln w="12700">
            <a:solidFill>
              <a:srgbClr val="C899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access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support?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EduAssist today via WhatsApp or email.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quotes. Expert delivery. Unlimited revisions.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2103120" cy="502920"/>
          </a:xfrm>
          <a:prstGeom prst="rect">
            <a:avLst>
              <a:gd name="adj" fmla="val 14545"/>
            </a:avLst>
          </a:prstGeom>
          <a:solidFill>
            <a:srgbClr val="C899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Us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3840480"/>
            <a:ext cx="2103120" cy="502920"/>
          </a:xfrm>
          <a:prstGeom prst="rect">
            <a:avLst>
              <a:gd name="adj" fmla="val 14545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EduAssist Platform  ·  Academic &amp; Professional Support  ·  Global Access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EduAssist - Academic &amp; Professional Support Platform</dc:title>
  <dc:subject>PptxGenJS Presentation</dc:subject>
  <dc:creator>PptxGenJS</dc:creator>
  <cp:lastModifiedBy>PptxGenJS</cp:lastModifiedBy>
  <cp:revision>1</cp:revision>
  <dcterms:created xsi:type="dcterms:W3CDTF">2026-04-01T06:20:29Z</dcterms:created>
  <dcterms:modified xsi:type="dcterms:W3CDTF">2026-04-01T06:20:29Z</dcterms:modified>
</cp:coreProperties>
</file>